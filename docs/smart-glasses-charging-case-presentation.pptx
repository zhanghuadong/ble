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42D55"/>
                </a:solidFill>
                <a:latin typeface="Microsoft YaHei"/>
              </a:rPr>
              <a:t>智能眼镜无线充电盒仓 MCU 技术方案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B74B5"/>
                </a:solidFill>
                <a:latin typeface="Microsoft YaHei"/>
              </a:rPr>
              <a:t>2000mAh 充电盒 / 盒子 Master / 眼镜 Slave / 充电检测 / 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60704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82828"/>
                </a:solidFill>
                <a:latin typeface="Microsoft YaHei"/>
              </a:rPr>
              <a:t>充电盒作为系统控制中心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82828"/>
                </a:solidFill>
                <a:latin typeface="Microsoft YaHei"/>
              </a:rPr>
              <a:t>触点 UART 通信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82828"/>
                </a:solidFill>
                <a:latin typeface="Microsoft YaHei"/>
              </a:rPr>
              <a:t>电流检测 + 眼镜上报判断充电状态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82828"/>
                </a:solidFill>
                <a:latin typeface="Microsoft YaHei"/>
              </a:rPr>
              <a:t>Master Pull 方式完成盒子 MCU 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产品目标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2000mAh 单节锂电池供电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支持 USB-C 充电，可选 Qi 无线充电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支持给智能眼镜充电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支持盒子充电状态和电量指示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检测眼镜入仓、充电中、满电、异常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眼镜为盒子 MCU 提供 OTA 固件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系统角色定义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充电盒 = Master：主动发起通信、管理电源和 OTA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智能眼镜 = Slave：响应命令、上报状态、提供固件数据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盒子统一控制充电输出、LED 指示和轮询周期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主从关系清晰，避免总线抢占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系统硬件架构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6400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USB-C / Qi 输入进入 Charger / PMIC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2000mAh 电池通过 Power Path 给系统供电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MCU 管理电源、通信、LED、OTA 和低功耗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左右眼镜独立 Load Switch + Current Sense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Fuel Gauge 通过 I2C 提供稳定 SOC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3891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B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sz="1500" b="0">
                <a:solidFill>
                  <a:srgbClr val="142D55"/>
                </a:solidFill>
                <a:latin typeface="Microsoft YaHei"/>
              </a:rPr>
              <a:t>USB-C/Qi -&gt; Charger/PMIC -&gt; 2000mAh Battery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2D55"/>
                </a:solidFill>
                <a:latin typeface="Microsoft YaHei"/>
              </a:rPr>
              <a:t>Battery/Power Path -&gt; 3.3V/1.8V -&gt; MCU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2D55"/>
                </a:solidFill>
                <a:latin typeface="Microsoft YaHei"/>
              </a:rPr>
              <a:t>Power Path -&gt; Load Switch L -&gt; Current Sense L -&gt; Left Glasses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2D55"/>
                </a:solidFill>
                <a:latin typeface="Microsoft YaHei"/>
              </a:rPr>
              <a:t>Power Path -&gt; Load Switch R -&gt; Current Sense R -&gt; Right Glasses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推荐硬件模块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MCU：低功耗 Cortex-M0+/M3，128KB~256KB Flash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电池：2000mAh Li-ion + NTC + 保护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输入：USB-C 5V，选配 Qi 5W 无线接收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电量：I2C Fuel Gauge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输出：左右独立 Load Switch + 限流 + 故障检测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指示：RGB LED 或 4 颗白灯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触点与通信方式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Pin1: VCHG_L，Pin2: GND_L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Pin3: VCHG_R，Pin4: GND_R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Pin5: BOX_TX -&gt; GLASSES_RX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Pin6: BOX_RX &lt;- GLASSES_TX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UART 默认 115200bps，OTA 可切 921600bps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8N1，无硬件流控，协议层 ACK/NACK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盒子 MCU 固件架构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Power Manager：电源路径、输入、低电保护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Charge Manager：左右输出、电流检测、异常处理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Communication Manager：UART 协议栈、ACK/NACK、重试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OTA Manager：固件拉取、写入、校验、切换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LED Manager：状态显示与优先级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Bootloader：Image Verify / Apply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眼镜是否正在充电：检测思路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采用双判断：盒子侧电流检测 + 眼镜侧状态上报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只看电流：可能误判待机耗电为充电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只看眼镜上报：无法发现触点或输出异常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双判断可区分充电中、满电、触点异常、故障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充电状态判断规则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未检测到入仓 -&gt; 未入仓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电流 &gt;30mA 持续 3s，眼镜上报 precharge/fast/taper -&gt; 正在充电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电流 &lt;30mA，眼镜上报 full -&gt; 已充满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输出开启但电流 &lt;2mA，眼镜无响应 -&gt; 触点异常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Load Switch 故障或眼镜 fault -&gt; 充电故障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协议帧格式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6400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SOF: 0xA5 0x5A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Ver: 协议版本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Seq: 包序号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Src/Dst: 源地址和目标地址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Cmd: 命令字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Len + Payload: 业务数据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CRC16: 从 Ver 到 Payload 校验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3891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B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sz="1500" b="0">
                <a:solidFill>
                  <a:srgbClr val="142D55"/>
                </a:solidFill>
                <a:latin typeface="Microsoft YaHei"/>
              </a:rPr>
              <a:t>SOF | Ver | Seq | Src | Dst | Cmd | Len | Payload | CRC16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2D55"/>
                </a:solidFill>
                <a:latin typeface="Microsoft YaHei"/>
              </a:rPr>
              <a:t>0x00=盒子，0x01=左眼镜，0x02=右眼镜，0x03=整副眼镜，0xFF=广播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核心命令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基础：PING / GET_INFO / GET_STATUS / SET_MODE / SLEEP / ACK / NACK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充电：CHARGE_ENABLE / CHARGE_DISABLE / SET_CHARGE_CURRENT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状态：GET_BATTERY / GET_CHARGE_STATE / CHARGE_STATE_RESP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通知：BOX_STATUS_NOTIFY / BOX_CHARGE_NOTIFY / LED_STATE_NOTIFY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所有关键命令带 Seq、CRC 和 ACK/NACK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眼镜充电状态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side：左/右眼镜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vchg_present：眼镜是否检测到充电电压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charger_state：idle/precharge/fast/taper/full/fault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battery_soc / battery_mv：电量与电压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charge_current_ma：眼镜侧充电电流，无传感器填 0xFFFF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temperature / fault_flags：温度与故障位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盒子 Master 轮询流程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眼镜入仓后开启通信/充电电源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等待 50~200ms 后发送 PING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GET_INFO 获取能力与版本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GET_STATUS 获取基础状态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GET_CHARGE_STATE 获取充电状态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综合判断并更新 LED 与充电策略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盒子 MCU OTA：Master Pull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盒子主动 OTA_CHECK 查询是否有新固件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眼镜返回版本、大小、CRC32、SHA256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盒子 OTA_ENTER 后按 offset 请求 block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眼镜通过 OTA_BLOCK 返回数据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盒子本地写入、校验、应用并重启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主从模型一致，避免眼镜主动抢占通信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OTA 安全策略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帧级 CRC16 + 整包 CRC32/SHA256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量产建议加入 ECDSA/RSA 签名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盒子 SOC &lt;30% 拒绝 OTA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block 错误则重传当前 offset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连续失败 5 次 OTA_ABORT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新固件启动失败由 Bootloader 回滚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LED 状态指示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盒子充电中：橙色慢闪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盒子满电：绿色常亮后熄灭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盒子低电：红色慢闪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眼镜充电中：白色呼吸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眼镜充满：绿色闪 3 次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OTA 中：蓝色快闪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OTA 失败/故障：红色快闪或常亮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保护阈值建议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OTA 最低电量：&gt;=30%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低电提示：&lt;20%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保护关机：&lt;3.2V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充电过温暂停：&gt;45C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放电过温暂停：&gt;60C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低温充电禁止：&lt;0C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正在充电阈值：&gt;30mA 持续 3s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通信重试：3 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测试验证计划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硬件：输入充电、无线充电、温升、电池保护、输出短路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固件：入仓/出仓、充电状态判断、LED 优先级、低功耗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通信：CRC 错误、超时、重试、左右地址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OTA：正常升级、断电、拔出、丢包、错误固件、低电拒绝、回滚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推荐量产方案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MCU：低功耗 256KB Flash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Battery：2000mAh Li-ion + NTC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Input：USB-C + optional Qi 5W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Gauge：I2C Fuel Gauge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Output：左右独立 Load Switch + Current Sense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Comm：Pogo Pin UART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OTA：Master Pull + Bootloader + Dual App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LED：RGB LED 或 4 白灯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D55"/>
                </a:solidFill>
                <a:latin typeface="Microsoft YaHei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盒子作为 Master 是合理的系统控制中心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眼镜作为 Slave 响应状态查询并提供 OTA 固件数据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电流检测 + 眼镜上报是判断正在充电的核心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OTA 使用 Master Pull，协议清晰且便于异常恢复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82828"/>
                </a:solidFill>
                <a:latin typeface="Microsoft YaHei"/>
              </a:rPr>
              <a:t>量产建议采用 Fuel Gauge、独立输出检测和 Bootloader 回滚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  <a:latin typeface="Microsoft YaHei"/>
              </a:rPr>
              <a:t>智能眼镜无线充电盒仓 MCU 技术方案 | 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